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actual experiment artifacts. Explain limitations and avoid claiming physical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OrbitWatch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Evidence-Grounded Spacecraft Telemetry Investigation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Final-semester research prototype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Measured experiment: nasa-full-seed17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Draft for supervisor review; not a publication or flight-readiness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Continuity with earlier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Earlier project: spacecraft telemetry anomaly detection.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Summer study: Model Context Protocol integration.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Final deliverable: working detectors + traceable MCP investigation + measured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Focused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Can evidence validation reject unsupported claims while retaining factual coverage?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Separate detection accuracy from explanation correctness.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A systems/experimental contribution, not a new neural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Recorded NASA data -&gt; causal forecasters -&gt; fixed thresholds.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Alert intervals -&gt; structured evidence -&gt; MCP tools.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Template or local LLM -&gt; claim checks -&gt; cited report.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Streamlit console, replay controls, local SQLite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Data and evaluation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81 channel files; 506,963 evaluated observations.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Chronological fitting/calibration; never concatenate channels.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No point adjustment; record false alarms, delay, and missed events.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Anonymous data and upstream test-extrema scaling are explicit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Lightweight detectors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Rolling median versus GRU (hidden=24, window=32).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4 epochs; seed=17; CPU execution.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Threshold: calibration quantile 0.995.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Simple baselines may win; report measured outcomes honestly.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Measured detection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gru: macro F1=0.2162; AP=0.3175; event recall=0.8750.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rolling_median: macro F1=0.1582; AP=0.2610; event recall=0.6442.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Full per-channel measurements are included in detection_metrics.csv.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These scores are not comparable to point-adjusted F1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Evidence instead of invented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Each fact cites an evidence ID and a recorded numerical value.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Unknown fields, incorrect values, and invalid citations are rejected.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Physical root cause remains unknown.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Trusted rendering limits expressiveness but makes the boundary inspectable.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Local explanation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Model: qwen2.5:3b; paired complete/redacted evidence.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grounded_local_llm: unsupported=0.000; coverage=0.862.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ordinary_llm_plus_validator: unsupported=0.000; coverage=0.903.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ordinary_local_llm: unsupported=0.118; coverage=0.903.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template: unsupported=0.000; coverage=1.000.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Replay one channel and reveal a predicted alert.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Inspect observations, forecasts, and threshold ratios.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Investigate through a real MCP session and inspect its trace.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Export cited evidence; demonstrate refusal to invent a hardware cause.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Limitations and next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Single-seed detector study and a small claim-level explanation pilot.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No expert operator study or physical cause labels.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No claim of state-of-the-art or onboard certification.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Next: repeated seeds, expert evaluation, and external operational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5DBB3"/>
                </a:solidFill>
              </a:defRPr>
            </a:pPr>
            <a: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Executable local dashboard and MCP server.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Pinned environment, automated tests, and reproducible commands.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Trained local artifacts plus transparent measured result tables.</a:t>
            </a:r>
          </a:p>
          <a:p>
            <a:pPr>
              <a:spcAft>
                <a:spcPts val="2000"/>
              </a:spcAft>
              <a:defRPr sz="2100">
                <a:solidFill>
                  <a:srgbClr val="DCE7F3"/>
                </a:solidFill>
              </a:defRPr>
            </a:pPr>
            <a:r>
              <a:t>Technical report, presentation, and GitHub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